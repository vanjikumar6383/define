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3F402-29DA-397B-6E58-41B761CB794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005959-859C-9FF4-7DA1-EFBCD45BB3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5F5159-A0B9-48B7-B24B-0C5CDF5AB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97D482-5E9D-56CD-E97C-2EFC9AA74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2AA2CA-913F-B967-9981-52C167C38C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791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85FCE-485A-E498-5634-784AC83DC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53ADFE-FF7E-348C-E6DC-65C560EB92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9AEF3F-F775-A1C5-D8F0-7676B92E2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4DAD8-0B42-9A76-293D-D6521F81D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EE94F-42A2-9FDC-D629-37110730B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360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467C00-6B4D-FA6F-9FCB-D01CABC73E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EB16DC-0F3E-D3BC-67BC-FFAAEAF24B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59574E-06EE-EC26-FF41-9EBC8C132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5C22B6-109B-75C1-7A47-AFFD46B45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2718DB-E9FF-9532-9F37-0223E83DB0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076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CD079-1B10-C9E2-5948-F2F55D4FF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E2A073-0073-040A-8D3B-4476F1C7026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D4E2B3-8DCD-BC92-30AE-E66768DCD1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87165D-20B7-C065-BCA2-259288569D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4F52A3-0694-3B49-C4BF-A3C50B82E0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E9A3AA-4C02-AE67-E390-0D5374B3D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16903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09AC31-EAFB-F104-9F4E-7D1A3B8FB9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D5E4A-5469-B1D6-4881-DCD8D6912F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322485-984D-D971-FABB-763C6AFB29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979988-FF9B-DF99-E51C-8B9332E8FE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59B1B-0B06-7D73-267E-21F3F9973A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3C7DA4-2C10-B5B0-CCA8-99702A64E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20E799F-6B2C-5813-4694-892F5CBAFD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270C304-1F07-F2EA-9805-0272E419D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872977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7C8011-C5B0-6205-9BA7-CB28ACB81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87BC55-4130-0601-E83C-808713200D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2FCD70-8107-567D-2971-36C8133E9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4113FF9-D39E-8E34-FDB0-B884E2430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22488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08A447-04C1-FBF3-64C1-29C93BFBD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8D4E662-DAF8-3F1B-203E-3E8485EB6D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9DC3EC-A692-FC5F-F987-7A3703EF9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5346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4A290-3141-FCC8-C47C-1CEA49DC8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EAB294-AE4F-A352-EE1E-B4A7F24509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C0EC39-B4BD-1D5C-7CB2-0052321FEA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D12E2D-87CB-A4FF-0BB9-6BDDC1D8B8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F5579E-94CA-4674-F098-A1D7093C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841358-5ADF-6905-5FF1-6777A94C78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6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D4035-9F27-EEBE-93DD-E096AB282E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E7BA1C-DAAB-0DD8-DDD5-48883CB0318C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1778FC-BEBD-C938-BE03-51BC261767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0B1503-BBA5-3AAC-9B8B-5F72A0D0A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3B0703-7FDF-2591-9BE3-F5FCE07D5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F1FD893-7364-1498-D708-828C853EF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6313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366E69-2ECA-BFFA-2B65-4BE0D666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20EF8F-4CA0-62A5-DF36-FC0A2E469B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EC369-6C42-BC32-3FAE-909D4F8997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B7EC10-06D3-8C8D-DE3D-41F51E4FC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9745DB-EFD0-FFC4-E5EA-16344EDAC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927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7AF2FF-BDAA-3AB7-C9A9-0609367837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FF718A9-6D3D-D1B1-A405-232B4BE8C09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AFF1A-5F59-A93F-A14C-80BE15F37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D35D8-5DBD-3E03-E320-7F90F67B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C25B09-DE83-F09C-5439-ECB2093077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2902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F3EE29-B37D-A192-C866-D6B22998B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36BDB1-A5B2-569B-716D-889309ED34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0203BA-4856-4230-C56B-9D0B57A2CA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2D898-A8B6-4BA8-8CAA-2801FDC31292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F63C06-D6C4-650C-767C-4FAF55892C8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3BDEA3-C19B-B26E-450A-D4E98A2962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DAE67D-547A-4DF3-8AEA-E67819B1E91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2276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2B6F7-0D4F-5AD7-ED24-73548A10714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C3E3D0-13A4-D58D-F89F-C27DD182A89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589A07-38C1-46C1-7709-004A4F6C96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97347F1-28F4-CA71-7AD5-C85684D7431E}"/>
              </a:ext>
            </a:extLst>
          </p:cNvPr>
          <p:cNvSpPr txBox="1"/>
          <p:nvPr/>
        </p:nvSpPr>
        <p:spPr>
          <a:xfrm>
            <a:off x="2595715" y="2955707"/>
            <a:ext cx="725620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>
                <a:solidFill>
                  <a:schemeClr val="bg1"/>
                </a:solidFill>
                <a:latin typeface="Clash Display" pitchFamily="50" charset="0"/>
              </a:rPr>
              <a:t>Team Name &amp; Team Number</a:t>
            </a:r>
          </a:p>
        </p:txBody>
      </p:sp>
    </p:spTree>
    <p:extLst>
      <p:ext uri="{BB962C8B-B14F-4D97-AF65-F5344CB8AC3E}">
        <p14:creationId xmlns:p14="http://schemas.microsoft.com/office/powerpoint/2010/main" val="15552308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7D30F-F474-145D-8B02-899120514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C1609-E95C-B768-765B-49443B85F36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BF51289-A3E7-01DF-1DCF-273B61B517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8B3ADE6-55B2-DB09-35FB-ACD7B727F3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FAB06F3-41C8-96EC-7994-14E2238DD80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5778E16-AB36-B327-231C-23621FEBF5DE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1871967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9F532F-76E1-8542-0DFD-3AA1BB5C0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CAE5ED-0FE5-F1F9-21B0-5D1D40127A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1E34A61-8301-BDD1-6695-EFF8B575F3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46B701-C6E1-23D5-56DC-D19B0873E0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919731B-ED4D-72E4-5194-A21BF17CCA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680F1E4-89DE-A828-3167-54A44B825891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737756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697DE-A69C-DB69-602C-E82B395E4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CFDC9-1316-20F8-3E5A-445CDAD2CA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56CF8F9-540D-A9CB-CFFA-95530132111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33562A1-D1DB-0FFD-7D2B-D75749F06C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22052C3-1640-835C-D6CB-1CA225E34F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DA9BCA3-4C87-7F41-5A3C-34B94BE2D2A0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Proposed Solution</a:t>
            </a:r>
          </a:p>
        </p:txBody>
      </p:sp>
    </p:spTree>
    <p:extLst>
      <p:ext uri="{BB962C8B-B14F-4D97-AF65-F5344CB8AC3E}">
        <p14:creationId xmlns:p14="http://schemas.microsoft.com/office/powerpoint/2010/main" val="2829264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13B4B9-78DF-CA30-FEC5-1D78DBA3D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EF9D7-A296-B367-641D-5ED71C52CC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CDAC5D-34C0-0403-A7BC-21BF267ECE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9D79B4C-73E4-7F94-903E-636B9E41EF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D4DD60A-89C2-0268-4D2A-142037080F9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9269F55-A8D0-AF52-4D37-C44FD377510C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effectLst/>
                <a:latin typeface="Clash Display" pitchFamily="50" charset="0"/>
              </a:rPr>
              <a:t>Technical Architecture and Tech Stack</a:t>
            </a:r>
            <a:endParaRPr lang="en-IN" sz="2800" b="1" dirty="0">
              <a:solidFill>
                <a:schemeClr val="bg1"/>
              </a:solidFill>
              <a:latin typeface="Clash Display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25806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89B737-8178-B83E-95E2-43577ECAA3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2DF2F-EDDE-4D7B-A639-0DC74E392E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85BF1-3784-3E72-39B3-B468FB556DF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14070D-E90F-03EA-C68D-83D25723DB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409A7DD-E682-E93E-4243-4DC3E271777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951BB3C-E90B-A26C-3140-E8CE949EE2D5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User Experience and Usability</a:t>
            </a:r>
          </a:p>
        </p:txBody>
      </p:sp>
    </p:spTree>
    <p:extLst>
      <p:ext uri="{BB962C8B-B14F-4D97-AF65-F5344CB8AC3E}">
        <p14:creationId xmlns:p14="http://schemas.microsoft.com/office/powerpoint/2010/main" val="923935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B4B98-07B5-3EC8-9964-2239BC8507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1EBA0-B000-4F82-D2FF-7BEEF909A41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A3F816E-B72B-7213-E92D-1DE2FDDBB09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34ECF1-1CE8-81A3-5155-0A42B29B5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8A2F706-DFDA-B862-40C6-D96385EEF1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559E74B-3C17-CE10-AF4F-6BDDCEBB98F3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Key Features and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804763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6E270-9A35-5083-40F8-BB3A67CD3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11611-D6DF-8026-ADC6-44DEC249F83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628315-6695-9ADA-0D7E-6837BF58D46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A9E128F-DE44-FBDA-B31C-946FA4A463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56DD026-120A-3106-6C02-5DDA8524B5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0FC4D7B-8C51-628B-22F4-69821D1FBAE9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Live Demo with UI</a:t>
            </a:r>
          </a:p>
        </p:txBody>
      </p:sp>
    </p:spTree>
    <p:extLst>
      <p:ext uri="{BB962C8B-B14F-4D97-AF65-F5344CB8AC3E}">
        <p14:creationId xmlns:p14="http://schemas.microsoft.com/office/powerpoint/2010/main" val="15257799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AFECF-CACD-B1CD-C6E1-9C657EB588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240B35-8928-1435-C70F-8842F31CB56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00631E-DA51-91E2-5F88-8B4B6C022F5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3E39C2-6D94-85D5-B871-38F6239407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EF8453-BFA1-1C36-6B39-C927C6A5C72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97EC384-8EF2-B395-37B7-36C6527D8447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Impact, Feasibility and Scalability</a:t>
            </a:r>
          </a:p>
        </p:txBody>
      </p:sp>
    </p:spTree>
    <p:extLst>
      <p:ext uri="{BB962C8B-B14F-4D97-AF65-F5344CB8AC3E}">
        <p14:creationId xmlns:p14="http://schemas.microsoft.com/office/powerpoint/2010/main" val="28393498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28EA48-E1D6-292D-96C4-9F0D93FE4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F5926-9B94-82D9-B015-3FD4665505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BB95-8FB5-02E2-58B4-71F167FCAB8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CA22FA-B46B-A276-82B9-8D4B30E374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9475DC9-72AE-7640-8C9B-F3A9A6636B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0B4AA1-7491-5D09-DD6B-C5DC2215B24E}"/>
              </a:ext>
            </a:extLst>
          </p:cNvPr>
          <p:cNvSpPr txBox="1"/>
          <p:nvPr/>
        </p:nvSpPr>
        <p:spPr>
          <a:xfrm>
            <a:off x="176979" y="175655"/>
            <a:ext cx="72562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bg1"/>
                </a:solidFill>
                <a:latin typeface="Clash Display" pitchFamily="50" charset="0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559432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33</Words>
  <Application>Microsoft Office PowerPoint</Application>
  <PresentationFormat>Widescreen</PresentationFormat>
  <Paragraphs>10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Clash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Agnivesh Priyadarsanan</dc:creator>
  <cp:lastModifiedBy>Agnivesh Priyadarsanan</cp:lastModifiedBy>
  <cp:revision>3</cp:revision>
  <dcterms:created xsi:type="dcterms:W3CDTF">2026-10-09T18:53:17Z</dcterms:created>
  <dcterms:modified xsi:type="dcterms:W3CDTF">2026-10-09T19:11:34Z</dcterms:modified>
</cp:coreProperties>
</file>